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2"/>
  </p:notesMasterIdLst>
  <p:sldIdLst>
    <p:sldId id="266" r:id="rId2"/>
    <p:sldId id="268" r:id="rId3"/>
    <p:sldId id="269" r:id="rId4"/>
    <p:sldId id="270" r:id="rId5"/>
    <p:sldId id="272" r:id="rId6"/>
    <p:sldId id="287" r:id="rId7"/>
    <p:sldId id="292" r:id="rId8"/>
    <p:sldId id="273" r:id="rId9"/>
    <p:sldId id="293" r:id="rId10"/>
    <p:sldId id="281" r:id="rId11"/>
  </p:sldIdLst>
  <p:sldSz cx="18300700" cy="10299700"/>
  <p:notesSz cx="18300700" cy="102997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9563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66375" y="0"/>
            <a:ext cx="7929563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122BF-24AC-4A0F-AAA3-59859ED737CC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61075" y="1287463"/>
            <a:ext cx="6178550" cy="3476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30388" y="4956175"/>
            <a:ext cx="14639925" cy="4056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83763"/>
            <a:ext cx="7929563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66375" y="9783763"/>
            <a:ext cx="7929563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952812-1538-4F6C-9DE9-90306D9AB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708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2552" y="3192907"/>
            <a:ext cx="15555595" cy="2162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FBEBEB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5105" y="5767832"/>
            <a:ext cx="12810490" cy="2574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C1D16-2F2A-46D6-8A2D-38AC2D6B5887}" type="datetime1">
              <a:rPr lang="en-US" smtClean="0"/>
              <a:t>11/25/2024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8288000" cy="1028776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7329658" y="624954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822" y="453517"/>
                </a:moveTo>
                <a:lnTo>
                  <a:pt x="0" y="453517"/>
                </a:lnTo>
                <a:lnTo>
                  <a:pt x="0" y="0"/>
                </a:lnTo>
                <a:lnTo>
                  <a:pt x="453517" y="0"/>
                </a:lnTo>
                <a:lnTo>
                  <a:pt x="453517" y="453517"/>
                </a:lnTo>
                <a:lnTo>
                  <a:pt x="226822" y="453517"/>
                </a:lnTo>
                <a:close/>
              </a:path>
            </a:pathLst>
          </a:custGeom>
          <a:ln w="18716">
            <a:solidFill>
              <a:srgbClr val="FBEB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52159" y="9469440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794" y="453513"/>
                </a:moveTo>
                <a:lnTo>
                  <a:pt x="0" y="453513"/>
                </a:lnTo>
                <a:lnTo>
                  <a:pt x="0" y="0"/>
                </a:lnTo>
                <a:lnTo>
                  <a:pt x="453588" y="0"/>
                </a:lnTo>
                <a:lnTo>
                  <a:pt x="453588" y="453513"/>
                </a:lnTo>
                <a:lnTo>
                  <a:pt x="226794" y="453513"/>
                </a:lnTo>
                <a:close/>
              </a:path>
            </a:pathLst>
          </a:custGeom>
          <a:ln w="18718">
            <a:solidFill>
              <a:srgbClr val="FBEB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99500" y="9469440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6798" y="453513"/>
                </a:moveTo>
                <a:lnTo>
                  <a:pt x="0" y="453513"/>
                </a:lnTo>
                <a:lnTo>
                  <a:pt x="0" y="0"/>
                </a:lnTo>
                <a:lnTo>
                  <a:pt x="453587" y="0"/>
                </a:lnTo>
                <a:lnTo>
                  <a:pt x="453587" y="453513"/>
                </a:lnTo>
                <a:lnTo>
                  <a:pt x="226798" y="453513"/>
                </a:lnTo>
                <a:close/>
              </a:path>
            </a:pathLst>
          </a:custGeom>
          <a:ln w="18718">
            <a:solidFill>
              <a:srgbClr val="FBEB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BEBEB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C4475-6BBB-49E5-B118-729EA45939DA}" type="datetime1">
              <a:rPr lang="en-US" smtClean="0"/>
              <a:t>11/25/2024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BEBEB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5035" y="2368931"/>
            <a:ext cx="7960804" cy="6797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24860" y="2368931"/>
            <a:ext cx="7960804" cy="6797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F0BE0-F2B2-467C-A955-E334AB107F26}" type="datetime1">
              <a:rPr lang="en-US" smtClean="0"/>
              <a:t>11/25/2024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BEBEB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FFB3-B093-4A21-B3EF-6959D37BE457}" type="datetime1">
              <a:rPr lang="en-US" smtClean="0"/>
              <a:t>11/25/2024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BBCEC-6FB1-42BA-9BD7-AB4F2624134F}" type="datetime1">
              <a:rPr lang="en-US" smtClean="0"/>
              <a:t>11/25/2024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10182" y="1139869"/>
            <a:ext cx="7702550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FBEBEB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5035" y="2368931"/>
            <a:ext cx="16470630" cy="6797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FE3A6-A676-47FF-AA33-B75FC3F485B9}" type="datetime1">
              <a:rPr lang="en-US" smtClean="0"/>
              <a:t>11/25/2024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>
            <a:off x="9150350" y="9798050"/>
            <a:ext cx="7738109" cy="20320"/>
          </a:xfrm>
          <a:custGeom>
            <a:avLst/>
            <a:gdLst/>
            <a:ahLst/>
            <a:cxnLst/>
            <a:rect l="l" t="t" r="r" b="b"/>
            <a:pathLst>
              <a:path w="7738109" h="20320">
                <a:moveTo>
                  <a:pt x="7737830" y="1435"/>
                </a:moveTo>
                <a:lnTo>
                  <a:pt x="0" y="0"/>
                </a:lnTo>
                <a:lnTo>
                  <a:pt x="0" y="18719"/>
                </a:lnTo>
                <a:lnTo>
                  <a:pt x="7737830" y="20154"/>
                </a:lnTo>
                <a:lnTo>
                  <a:pt x="7737830" y="1435"/>
                </a:lnTo>
                <a:close/>
              </a:path>
            </a:pathLst>
          </a:custGeom>
          <a:solidFill>
            <a:srgbClr val="F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0FC4B4-A786-492D-96DE-F4F59F3E8E8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21D1F2C3-09B4-4A6B-B0F1-5CFFF2D510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7158" y="934861"/>
            <a:ext cx="7702550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950" spc="-120" dirty="0"/>
              <a:t>Registration Screen</a:t>
            </a:r>
            <a:endParaRPr sz="4950" dirty="0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1D8B0B05-C532-4431-97DB-F33746B805F9}"/>
              </a:ext>
            </a:extLst>
          </p:cNvPr>
          <p:cNvSpPr txBox="1">
            <a:spLocks/>
          </p:cNvSpPr>
          <p:nvPr/>
        </p:nvSpPr>
        <p:spPr>
          <a:xfrm>
            <a:off x="607158" y="2025650"/>
            <a:ext cx="7552592" cy="4582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000" b="0" i="0">
                <a:solidFill>
                  <a:srgbClr val="FBEBEB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 algn="just">
              <a:spcBef>
                <a:spcPts val="95"/>
              </a:spcBef>
            </a:pPr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Case:</a:t>
            </a:r>
            <a:r>
              <a:rPr lang="en-US" sz="3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register to the app using the following information.</a:t>
            </a:r>
          </a:p>
          <a:p>
            <a:pPr marL="12700" algn="just">
              <a:spcBef>
                <a:spcPts val="95"/>
              </a:spcBef>
            </a:pPr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Flow:</a:t>
            </a:r>
          </a:p>
          <a:p>
            <a:pPr marL="527050" indent="-514350" algn="just">
              <a:spcBef>
                <a:spcPts val="95"/>
              </a:spcBef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provides the required information.</a:t>
            </a:r>
          </a:p>
          <a:p>
            <a:pPr marL="527050" indent="-514350" algn="just">
              <a:spcBef>
                <a:spcPts val="95"/>
              </a:spcBef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Clicks on register button.</a:t>
            </a:r>
          </a:p>
          <a:p>
            <a:pPr marL="527050" indent="-514350" algn="just">
              <a:spcBef>
                <a:spcPts val="95"/>
              </a:spcBef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is registered to the app.</a:t>
            </a:r>
          </a:p>
          <a:p>
            <a:pPr marL="12700" algn="just">
              <a:spcBef>
                <a:spcPts val="95"/>
              </a:spcBef>
            </a:pPr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Exception:</a:t>
            </a:r>
          </a:p>
          <a:p>
            <a:pPr marL="527050" indent="-514350" algn="just">
              <a:spcBef>
                <a:spcPts val="95"/>
              </a:spcBef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user provides an email that is already registered in the app, user will get appropriate error message as shown in the rightmost picture.</a:t>
            </a:r>
          </a:p>
        </p:txBody>
      </p:sp>
      <p:pic>
        <p:nvPicPr>
          <p:cNvPr id="4" name="Picture 3" descr="A screenshot of a phone&#10;&#10;Description automatically generated">
            <a:extLst>
              <a:ext uri="{FF2B5EF4-FFF2-40B4-BE49-F238E27FC236}">
                <a16:creationId xmlns:a16="http://schemas.microsoft.com/office/drawing/2014/main" id="{8DA67FB4-306C-8E90-696C-D942D8461D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7524" y="136969"/>
            <a:ext cx="4498241" cy="93320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F95245-B7A3-E742-094F-28D06EEE9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6011" y="136969"/>
            <a:ext cx="4449181" cy="942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408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>
            <a:off x="9150350" y="9798050"/>
            <a:ext cx="7738109" cy="20320"/>
          </a:xfrm>
          <a:custGeom>
            <a:avLst/>
            <a:gdLst/>
            <a:ahLst/>
            <a:cxnLst/>
            <a:rect l="l" t="t" r="r" b="b"/>
            <a:pathLst>
              <a:path w="7738109" h="20320">
                <a:moveTo>
                  <a:pt x="7737830" y="1435"/>
                </a:moveTo>
                <a:lnTo>
                  <a:pt x="0" y="0"/>
                </a:lnTo>
                <a:lnTo>
                  <a:pt x="0" y="18719"/>
                </a:lnTo>
                <a:lnTo>
                  <a:pt x="7737830" y="20154"/>
                </a:lnTo>
                <a:lnTo>
                  <a:pt x="7737830" y="1435"/>
                </a:lnTo>
                <a:close/>
              </a:path>
            </a:pathLst>
          </a:custGeom>
          <a:solidFill>
            <a:srgbClr val="F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0FC4B4-A786-492D-96DE-F4F59F3E8E8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21D1F2C3-09B4-4A6B-B0F1-5CFFF2D510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4257" y="882650"/>
            <a:ext cx="5914293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20" dirty="0"/>
              <a:t>Email Verification</a:t>
            </a:r>
            <a:endParaRPr sz="4000" dirty="0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1D8B0B05-C532-4431-97DB-F33746B805F9}"/>
              </a:ext>
            </a:extLst>
          </p:cNvPr>
          <p:cNvSpPr txBox="1">
            <a:spLocks/>
          </p:cNvSpPr>
          <p:nvPr/>
        </p:nvSpPr>
        <p:spPr>
          <a:xfrm>
            <a:off x="264257" y="1797050"/>
            <a:ext cx="7285893" cy="74885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000" b="0" i="0">
                <a:solidFill>
                  <a:srgbClr val="FBEBEB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 algn="just">
              <a:spcBef>
                <a:spcPts val="95"/>
              </a:spcBef>
            </a:pPr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Case:</a:t>
            </a:r>
            <a:r>
              <a:rPr lang="en-US" sz="3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verify their email address on this screen.</a:t>
            </a:r>
          </a:p>
          <a:p>
            <a:pPr marL="12700" algn="just">
              <a:spcBef>
                <a:spcPts val="95"/>
              </a:spcBef>
            </a:pPr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Flow:</a:t>
            </a:r>
          </a:p>
          <a:p>
            <a:pPr marL="527050" indent="-514350" algn="just">
              <a:spcBef>
                <a:spcPts val="95"/>
              </a:spcBef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clicks on the verify button</a:t>
            </a:r>
          </a:p>
          <a:p>
            <a:pPr marL="527050" indent="-514350" algn="just">
              <a:spcBef>
                <a:spcPts val="95"/>
              </a:spcBef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gets an email on the provided email address</a:t>
            </a:r>
          </a:p>
          <a:p>
            <a:pPr marL="527050" indent="-514350" algn="just">
              <a:spcBef>
                <a:spcPts val="95"/>
              </a:spcBef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clicks the link.</a:t>
            </a:r>
          </a:p>
          <a:p>
            <a:pPr marL="527050" indent="-514350" algn="just">
              <a:spcBef>
                <a:spcPts val="95"/>
              </a:spcBef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is verified and the verify button on the screen converted to continue button</a:t>
            </a:r>
          </a:p>
          <a:p>
            <a:pPr marL="12700" algn="just">
              <a:spcBef>
                <a:spcPts val="95"/>
              </a:spcBef>
            </a:pPr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Exception:</a:t>
            </a:r>
          </a:p>
          <a:p>
            <a:pPr marL="527050" indent="-514350" algn="just">
              <a:spcBef>
                <a:spcPts val="95"/>
              </a:spcBef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user has not verified their email, an error message appears: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"Email not verified. Please verify your email to log in."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35AD69-7268-6F1C-43F2-A7CB78CAB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5150" y="191298"/>
            <a:ext cx="3048000" cy="6407207"/>
          </a:xfrm>
          <a:prstGeom prst="rect">
            <a:avLst/>
          </a:prstGeom>
        </p:spPr>
      </p:pic>
      <p:pic>
        <p:nvPicPr>
          <p:cNvPr id="7" name="Picture 6" descr="A screenshot of a computer">
            <a:extLst>
              <a:ext uri="{FF2B5EF4-FFF2-40B4-BE49-F238E27FC236}">
                <a16:creationId xmlns:a16="http://schemas.microsoft.com/office/drawing/2014/main" id="{E9461E16-01EC-8707-4FDF-37FE5B519D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9685" y="6518341"/>
            <a:ext cx="8899437" cy="30605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3AC766-7AFC-AAD4-981C-4A5E21FF9D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19403" y="140327"/>
            <a:ext cx="2893132" cy="626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42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>
            <a:off x="9150350" y="9926637"/>
            <a:ext cx="7738109" cy="20320"/>
          </a:xfrm>
          <a:custGeom>
            <a:avLst/>
            <a:gdLst/>
            <a:ahLst/>
            <a:cxnLst/>
            <a:rect l="l" t="t" r="r" b="b"/>
            <a:pathLst>
              <a:path w="7738109" h="20320">
                <a:moveTo>
                  <a:pt x="7737830" y="1435"/>
                </a:moveTo>
                <a:lnTo>
                  <a:pt x="0" y="0"/>
                </a:lnTo>
                <a:lnTo>
                  <a:pt x="0" y="18719"/>
                </a:lnTo>
                <a:lnTo>
                  <a:pt x="7737830" y="20154"/>
                </a:lnTo>
                <a:lnTo>
                  <a:pt x="7737830" y="1435"/>
                </a:lnTo>
                <a:close/>
              </a:path>
            </a:pathLst>
          </a:custGeom>
          <a:solidFill>
            <a:srgbClr val="F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0FC4B4-A786-492D-96DE-F4F59F3E8E8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21D1F2C3-09B4-4A6B-B0F1-5CFFF2D510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4257" y="882650"/>
            <a:ext cx="5914293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dirty="0"/>
              <a:t>Login Screen</a:t>
            </a:r>
            <a:endParaRPr sz="4000" dirty="0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1D8B0B05-C532-4431-97DB-F33746B805F9}"/>
              </a:ext>
            </a:extLst>
          </p:cNvPr>
          <p:cNvSpPr txBox="1">
            <a:spLocks/>
          </p:cNvSpPr>
          <p:nvPr/>
        </p:nvSpPr>
        <p:spPr>
          <a:xfrm>
            <a:off x="264257" y="1797050"/>
            <a:ext cx="7285893" cy="73039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000" b="0" i="0">
                <a:solidFill>
                  <a:srgbClr val="FBEBEB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 algn="just">
              <a:spcBef>
                <a:spcPts val="95"/>
              </a:spcBef>
            </a:pPr>
            <a:r>
              <a:rPr 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Case:</a:t>
            </a: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login to the app by entering required their email and password.</a:t>
            </a:r>
          </a:p>
          <a:p>
            <a:pPr marL="12700" algn="just">
              <a:spcBef>
                <a:spcPts val="95"/>
              </a:spcBef>
            </a:pPr>
            <a:r>
              <a:rPr 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Flow:</a:t>
            </a:r>
          </a:p>
          <a:p>
            <a:pPr marL="527050" indent="-514350" algn="just">
              <a:spcBef>
                <a:spcPts val="95"/>
              </a:spcBef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provides their email and password.</a:t>
            </a:r>
          </a:p>
          <a:p>
            <a:pPr marL="527050" indent="-514350" algn="just">
              <a:spcBef>
                <a:spcPts val="95"/>
              </a:spcBef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clicks on the login button</a:t>
            </a:r>
          </a:p>
          <a:p>
            <a:pPr marL="527050" indent="-514350" algn="just">
              <a:spcBef>
                <a:spcPts val="95"/>
              </a:spcBef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 to the app.</a:t>
            </a:r>
          </a:p>
          <a:p>
            <a:pPr marL="527050" indent="-514350" algn="just">
              <a:spcBef>
                <a:spcPts val="95"/>
              </a:spcBef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login through google.</a:t>
            </a:r>
          </a:p>
          <a:p>
            <a:pPr marL="12700" algn="just">
              <a:spcBef>
                <a:spcPts val="95"/>
              </a:spcBef>
            </a:pPr>
            <a:r>
              <a:rPr 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Exception:</a:t>
            </a:r>
          </a:p>
          <a:p>
            <a:pPr marL="527050" indent="-514350" algn="just">
              <a:spcBef>
                <a:spcPts val="95"/>
              </a:spcBef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user provides wrong email or password user will get appropriate error message.</a:t>
            </a:r>
          </a:p>
        </p:txBody>
      </p:sp>
      <p:pic>
        <p:nvPicPr>
          <p:cNvPr id="5" name="Picture 4" descr="A screenshot of a login page&#10;&#10;Description automatically generated">
            <a:extLst>
              <a:ext uri="{FF2B5EF4-FFF2-40B4-BE49-F238E27FC236}">
                <a16:creationId xmlns:a16="http://schemas.microsoft.com/office/drawing/2014/main" id="{9DC2CDD6-406C-4AC5-058E-6F4101C9A8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5673" y="501650"/>
            <a:ext cx="2843480" cy="59232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388137-9042-4E8E-8B7E-1A5BD05F2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7412" y="519842"/>
            <a:ext cx="2886607" cy="59232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F745CB-A4E3-950F-4D63-CD73022D9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3139" y="501650"/>
            <a:ext cx="3026731" cy="590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344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>
            <a:off x="9150350" y="9926637"/>
            <a:ext cx="7738109" cy="20320"/>
          </a:xfrm>
          <a:custGeom>
            <a:avLst/>
            <a:gdLst/>
            <a:ahLst/>
            <a:cxnLst/>
            <a:rect l="l" t="t" r="r" b="b"/>
            <a:pathLst>
              <a:path w="7738109" h="20320">
                <a:moveTo>
                  <a:pt x="7737830" y="1435"/>
                </a:moveTo>
                <a:lnTo>
                  <a:pt x="0" y="0"/>
                </a:lnTo>
                <a:lnTo>
                  <a:pt x="0" y="18719"/>
                </a:lnTo>
                <a:lnTo>
                  <a:pt x="7737830" y="20154"/>
                </a:lnTo>
                <a:lnTo>
                  <a:pt x="7737830" y="1435"/>
                </a:lnTo>
                <a:close/>
              </a:path>
            </a:pathLst>
          </a:custGeom>
          <a:solidFill>
            <a:srgbClr val="F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0FC4B4-A786-492D-96DE-F4F59F3E8E8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21D1F2C3-09B4-4A6B-B0F1-5CFFF2D510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4257" y="882650"/>
            <a:ext cx="6600093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dirty="0"/>
              <a:t>Forgot Password Screen</a:t>
            </a:r>
            <a:endParaRPr sz="4000" dirty="0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1D8B0B05-C532-4431-97DB-F33746B805F9}"/>
              </a:ext>
            </a:extLst>
          </p:cNvPr>
          <p:cNvSpPr txBox="1">
            <a:spLocks/>
          </p:cNvSpPr>
          <p:nvPr/>
        </p:nvSpPr>
        <p:spPr>
          <a:xfrm>
            <a:off x="232507" y="2064710"/>
            <a:ext cx="7285893" cy="50007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000" b="0" i="0">
                <a:solidFill>
                  <a:srgbClr val="FBEBEB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 algn="just">
              <a:spcBef>
                <a:spcPts val="95"/>
              </a:spcBef>
            </a:pPr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Case:</a:t>
            </a:r>
            <a:r>
              <a:rPr lang="en-US" sz="3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reset their password on this screen.</a:t>
            </a:r>
          </a:p>
          <a:p>
            <a:pPr marL="12700" algn="just">
              <a:spcBef>
                <a:spcPts val="95"/>
              </a:spcBef>
            </a:pPr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Flow:</a:t>
            </a:r>
          </a:p>
          <a:p>
            <a:pPr marL="527050" indent="-514350" algn="just">
              <a:spcBef>
                <a:spcPts val="95"/>
              </a:spcBef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provides their email address.</a:t>
            </a:r>
          </a:p>
          <a:p>
            <a:pPr marL="527050" indent="-514350" algn="just">
              <a:spcBef>
                <a:spcPts val="95"/>
              </a:spcBef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clicks on the Send Email button.</a:t>
            </a:r>
          </a:p>
          <a:p>
            <a:pPr marL="527050" indent="-514350" algn="just">
              <a:spcBef>
                <a:spcPts val="95"/>
              </a:spcBef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password reset email is sent to the provided email address</a:t>
            </a:r>
          </a:p>
          <a:p>
            <a:pPr marL="527050" indent="-514350" algn="just">
              <a:spcBef>
                <a:spcPts val="95"/>
              </a:spcBef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clicking the link user can type in their new password and click on save to reset their password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DF67E4-FA8C-56E2-71F6-FCEECD8A3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8350" y="5432581"/>
            <a:ext cx="4572000" cy="3265714"/>
          </a:xfrm>
          <a:prstGeom prst="rect">
            <a:avLst/>
          </a:prstGeom>
        </p:spPr>
      </p:pic>
      <p:pic>
        <p:nvPicPr>
          <p:cNvPr id="16" name="Picture 1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86C6C19C-3BC6-BFB7-7BA3-54010CBCCF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3322" y="577850"/>
            <a:ext cx="3676288" cy="7596187"/>
          </a:xfrm>
          <a:prstGeom prst="rect">
            <a:avLst/>
          </a:prstGeom>
        </p:spPr>
      </p:pic>
      <p:pic>
        <p:nvPicPr>
          <p:cNvPr id="18" name="Picture 17" descr="A screenshot of a computer&#10;&#10;Description automatically generated">
            <a:extLst>
              <a:ext uri="{FF2B5EF4-FFF2-40B4-BE49-F238E27FC236}">
                <a16:creationId xmlns:a16="http://schemas.microsoft.com/office/drawing/2014/main" id="{7960EFE7-7F7F-11E1-63AA-408A901142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9289" y="2564608"/>
            <a:ext cx="6548904" cy="233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199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 flipV="1">
            <a:off x="6741604" y="9946956"/>
            <a:ext cx="10146855" cy="45719"/>
          </a:xfrm>
          <a:custGeom>
            <a:avLst/>
            <a:gdLst/>
            <a:ahLst/>
            <a:cxnLst/>
            <a:rect l="l" t="t" r="r" b="b"/>
            <a:pathLst>
              <a:path w="7738109" h="20320">
                <a:moveTo>
                  <a:pt x="7737830" y="1435"/>
                </a:moveTo>
                <a:lnTo>
                  <a:pt x="0" y="0"/>
                </a:lnTo>
                <a:lnTo>
                  <a:pt x="0" y="18719"/>
                </a:lnTo>
                <a:lnTo>
                  <a:pt x="7737830" y="20154"/>
                </a:lnTo>
                <a:lnTo>
                  <a:pt x="7737830" y="1435"/>
                </a:lnTo>
                <a:close/>
              </a:path>
            </a:pathLst>
          </a:custGeom>
          <a:solidFill>
            <a:srgbClr val="F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0FC4B4-A786-492D-96DE-F4F59F3E8E8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21D1F2C3-09B4-4A6B-B0F1-5CFFF2D510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1688" y="371006"/>
            <a:ext cx="5914293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dirty="0"/>
              <a:t>Profile Screen</a:t>
            </a:r>
            <a:endParaRPr sz="4000" dirty="0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1D8B0B05-C532-4431-97DB-F33746B805F9}"/>
              </a:ext>
            </a:extLst>
          </p:cNvPr>
          <p:cNvSpPr txBox="1">
            <a:spLocks/>
          </p:cNvSpPr>
          <p:nvPr/>
        </p:nvSpPr>
        <p:spPr>
          <a:xfrm>
            <a:off x="231688" y="1341436"/>
            <a:ext cx="5914293" cy="7375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000" b="0" i="0">
                <a:solidFill>
                  <a:srgbClr val="FBEBEB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 algn="just">
              <a:spcBef>
                <a:spcPts val="95"/>
              </a:spcBef>
            </a:pP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Case:</a:t>
            </a: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User can manage their profile on the profile screen, including selecting a profile picture, changing their name, and viewing their current level.</a:t>
            </a:r>
          </a:p>
          <a:p>
            <a:pPr marL="12700" algn="just">
              <a:spcBef>
                <a:spcPts val="95"/>
              </a:spcBef>
            </a:pP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Flow: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The user clicks on the profile picture    area to upload or select a profile picture.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The user edits their name by typing into the name input field.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The user views their current level displayed on the screen.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Changes made are saved automatically or by clicking the "Save" button.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spcBef>
                <a:spcPts val="95"/>
              </a:spcBef>
            </a:pP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Exception:</a:t>
            </a:r>
          </a:p>
          <a:p>
            <a:pPr marL="12700" algn="just">
              <a:spcBef>
                <a:spcPts val="95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user does not upload a profile picture, a default avatar will be displayed.</a:t>
            </a:r>
            <a:endParaRPr lang="en-US" sz="28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D0D6ED2-B839-8E3A-51AA-A6D00502D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2485" y="1061315"/>
            <a:ext cx="4786377" cy="1886584"/>
          </a:xfrm>
          <a:prstGeom prst="rect">
            <a:avLst/>
          </a:prstGeom>
        </p:spPr>
      </p:pic>
      <p:pic>
        <p:nvPicPr>
          <p:cNvPr id="16" name="Picture 15" descr="A screenshot of a computer&#10;&#10;Description automatically generated">
            <a:extLst>
              <a:ext uri="{FF2B5EF4-FFF2-40B4-BE49-F238E27FC236}">
                <a16:creationId xmlns:a16="http://schemas.microsoft.com/office/drawing/2014/main" id="{FB53F692-08D2-1772-BED1-600C8974CC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4905" y="998742"/>
            <a:ext cx="3694333" cy="2641131"/>
          </a:xfrm>
          <a:prstGeom prst="rect">
            <a:avLst/>
          </a:prstGeom>
        </p:spPr>
      </p:pic>
      <p:pic>
        <p:nvPicPr>
          <p:cNvPr id="18" name="Picture 17" descr="A screenshot of a video game&#10;&#10;Description automatically generated">
            <a:extLst>
              <a:ext uri="{FF2B5EF4-FFF2-40B4-BE49-F238E27FC236}">
                <a16:creationId xmlns:a16="http://schemas.microsoft.com/office/drawing/2014/main" id="{FA157A18-F7D9-E3D9-CE15-C7DE364E29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190" y="3460925"/>
            <a:ext cx="3459559" cy="37686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DBD35E0-DA2D-232C-ABE4-EC23B85E70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42916" y="4047073"/>
            <a:ext cx="4845544" cy="191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852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 flipV="1">
            <a:off x="6741604" y="9946956"/>
            <a:ext cx="10146855" cy="45719"/>
          </a:xfrm>
          <a:custGeom>
            <a:avLst/>
            <a:gdLst/>
            <a:ahLst/>
            <a:cxnLst/>
            <a:rect l="l" t="t" r="r" b="b"/>
            <a:pathLst>
              <a:path w="7738109" h="20320">
                <a:moveTo>
                  <a:pt x="7737830" y="1435"/>
                </a:moveTo>
                <a:lnTo>
                  <a:pt x="0" y="0"/>
                </a:lnTo>
                <a:lnTo>
                  <a:pt x="0" y="18719"/>
                </a:lnTo>
                <a:lnTo>
                  <a:pt x="7737830" y="20154"/>
                </a:lnTo>
                <a:lnTo>
                  <a:pt x="7737830" y="1435"/>
                </a:lnTo>
                <a:close/>
              </a:path>
            </a:pathLst>
          </a:custGeom>
          <a:solidFill>
            <a:srgbClr val="F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0FC4B4-A786-492D-96DE-F4F59F3E8E8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21D1F2C3-09B4-4A6B-B0F1-5CFFF2D510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956" y="439713"/>
            <a:ext cx="5914293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dirty="0"/>
              <a:t>Theme and Store</a:t>
            </a:r>
            <a:endParaRPr sz="4000" dirty="0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1D8B0B05-C532-4431-97DB-F33746B805F9}"/>
              </a:ext>
            </a:extLst>
          </p:cNvPr>
          <p:cNvSpPr txBox="1">
            <a:spLocks/>
          </p:cNvSpPr>
          <p:nvPr/>
        </p:nvSpPr>
        <p:spPr>
          <a:xfrm>
            <a:off x="264257" y="1797051"/>
            <a:ext cx="5914293" cy="230255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000" b="0" i="0">
                <a:solidFill>
                  <a:srgbClr val="FBEBEB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 algn="just">
              <a:spcBef>
                <a:spcPts val="95"/>
              </a:spcBef>
            </a:pPr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Case:</a:t>
            </a:r>
            <a:r>
              <a:rPr lang="en-US" sz="3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customize the app theme and purchase items from the store, including profile pictures and level upgrades</a:t>
            </a:r>
            <a:r>
              <a:rPr lang="en-US" sz="1050" dirty="0"/>
              <a:t>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spcBef>
                <a:spcPts val="95"/>
              </a:spcBef>
            </a:pPr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Flow:</a:t>
            </a: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5DFD757D-26D2-A871-7564-3BC045F730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3387" y="205994"/>
            <a:ext cx="2285448" cy="40703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C7F5D9-1931-4F25-1040-4F87200F6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7518" y="152541"/>
            <a:ext cx="1963928" cy="41772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3C75392-1DCD-9BD1-7C78-A40025751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65954" y="205994"/>
            <a:ext cx="2022505" cy="423299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7EA5EC3-9C8A-FD6F-5848-39ACD73090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9796" y="4759823"/>
            <a:ext cx="3429000" cy="417337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9F25ACE-96DF-364F-605E-E8BA0DAB5A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5390" y="145978"/>
            <a:ext cx="1996564" cy="422990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B8C2EE2-D0E1-7C8F-233D-AF03EF02CD87}"/>
              </a:ext>
            </a:extLst>
          </p:cNvPr>
          <p:cNvSpPr txBox="1"/>
          <p:nvPr/>
        </p:nvSpPr>
        <p:spPr>
          <a:xfrm>
            <a:off x="149956" y="3699014"/>
            <a:ext cx="68767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user selects a preferred theme from the available options to change the app's appearance.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user visits the store and browses available items.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user purchases a new profile picture using coins by selecting the desired picture.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user upgrades their level by spending coins on the level-up option.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Purchases are instantly reflected in the user's profile and app.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45BC4AB-BE0F-8B2A-F1A3-D6379BD9FB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15031" y="7793988"/>
            <a:ext cx="3812319" cy="163818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AA10C62-4419-A42E-91F1-25092B07FD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15031" y="4772141"/>
            <a:ext cx="3667651" cy="244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351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 flipV="1">
            <a:off x="6741604" y="9946956"/>
            <a:ext cx="10146855" cy="45719"/>
          </a:xfrm>
          <a:custGeom>
            <a:avLst/>
            <a:gdLst/>
            <a:ahLst/>
            <a:cxnLst/>
            <a:rect l="l" t="t" r="r" b="b"/>
            <a:pathLst>
              <a:path w="7738109" h="20320">
                <a:moveTo>
                  <a:pt x="7737830" y="1435"/>
                </a:moveTo>
                <a:lnTo>
                  <a:pt x="0" y="0"/>
                </a:lnTo>
                <a:lnTo>
                  <a:pt x="0" y="18719"/>
                </a:lnTo>
                <a:lnTo>
                  <a:pt x="7737830" y="20154"/>
                </a:lnTo>
                <a:lnTo>
                  <a:pt x="7737830" y="1435"/>
                </a:lnTo>
                <a:close/>
              </a:path>
            </a:pathLst>
          </a:custGeom>
          <a:solidFill>
            <a:srgbClr val="F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0FC4B4-A786-492D-96DE-F4F59F3E8E8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21D1F2C3-09B4-4A6B-B0F1-5CFFF2D510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956" y="439713"/>
            <a:ext cx="5914293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dirty="0"/>
              <a:t>Rewards</a:t>
            </a:r>
            <a:endParaRPr sz="4000" dirty="0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1D8B0B05-C532-4431-97DB-F33746B805F9}"/>
              </a:ext>
            </a:extLst>
          </p:cNvPr>
          <p:cNvSpPr txBox="1">
            <a:spLocks/>
          </p:cNvSpPr>
          <p:nvPr/>
        </p:nvSpPr>
        <p:spPr>
          <a:xfrm>
            <a:off x="264257" y="1797051"/>
            <a:ext cx="5914293" cy="81426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000" b="0" i="0">
                <a:solidFill>
                  <a:srgbClr val="FBEBEB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 algn="just">
              <a:spcBef>
                <a:spcPts val="95"/>
              </a:spcBef>
            </a:pPr>
            <a:r>
              <a:rPr 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Case:</a:t>
            </a: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claim daily rewards, level up, and earn badges </a:t>
            </a:r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Flow:</a:t>
            </a:r>
          </a:p>
          <a:p>
            <a:pPr marL="12700" algn="just">
              <a:spcBef>
                <a:spcPts val="95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logs into the app and sees a "Daily Rewards" popup. </a:t>
            </a:r>
          </a:p>
          <a:p>
            <a:pPr marL="12700" algn="just">
              <a:spcBef>
                <a:spcPts val="95"/>
              </a:spcBef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spcBef>
                <a:spcPts val="95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claims the daily reward, which may include coins, profile picture.</a:t>
            </a:r>
          </a:p>
          <a:p>
            <a:pPr marL="12700" algn="just">
              <a:spcBef>
                <a:spcPts val="95"/>
              </a:spcBef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spcBef>
                <a:spcPts val="95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Rewards grow each day for seven days, then the user earns 200 coins daily.</a:t>
            </a:r>
          </a:p>
          <a:p>
            <a:pPr marL="12700" algn="just">
              <a:spcBef>
                <a:spcPts val="95"/>
              </a:spcBef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spcBef>
                <a:spcPts val="95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a level is completed, the user levels up and earns a milestone badge.</a:t>
            </a:r>
          </a:p>
          <a:p>
            <a:pPr marL="12700" algn="just">
              <a:spcBef>
                <a:spcPts val="95"/>
              </a:spcBef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spcBef>
                <a:spcPts val="95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popup with fireworks appears to celebrate each level milestone.</a:t>
            </a:r>
          </a:p>
          <a:p>
            <a:pPr marL="12700" algn="just">
              <a:spcBef>
                <a:spcPts val="95"/>
              </a:spcBef>
            </a:pPr>
            <a:endParaRPr lang="en-US" sz="32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screenshot of a game&#10;&#10;Description automatically generated">
            <a:extLst>
              <a:ext uri="{FF2B5EF4-FFF2-40B4-BE49-F238E27FC236}">
                <a16:creationId xmlns:a16="http://schemas.microsoft.com/office/drawing/2014/main" id="{FC2A02BF-001E-863D-0255-4BD015FAB4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9250" y="605502"/>
            <a:ext cx="2362200" cy="2744173"/>
          </a:xfrm>
          <a:prstGeom prst="rect">
            <a:avLst/>
          </a:prstGeom>
        </p:spPr>
      </p:pic>
      <p:pic>
        <p:nvPicPr>
          <p:cNvPr id="9" name="Picture 8" descr="A screenshot of a game&#10;&#10;Description automatically generated">
            <a:extLst>
              <a:ext uri="{FF2B5EF4-FFF2-40B4-BE49-F238E27FC236}">
                <a16:creationId xmlns:a16="http://schemas.microsoft.com/office/drawing/2014/main" id="{317BEB0B-F8DD-FCF6-FBDC-AEB551A087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4940" y="654050"/>
            <a:ext cx="2394913" cy="2744172"/>
          </a:xfrm>
          <a:prstGeom prst="rect">
            <a:avLst/>
          </a:prstGeom>
        </p:spPr>
      </p:pic>
      <p:pic>
        <p:nvPicPr>
          <p:cNvPr id="14" name="Picture 13" descr="A screenshot of a game&#10;&#10;Description automatically generated">
            <a:extLst>
              <a:ext uri="{FF2B5EF4-FFF2-40B4-BE49-F238E27FC236}">
                <a16:creationId xmlns:a16="http://schemas.microsoft.com/office/drawing/2014/main" id="{385382C2-881E-0611-6962-BB5D0F6985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6505" y="605502"/>
            <a:ext cx="2363307" cy="2744171"/>
          </a:xfrm>
          <a:prstGeom prst="rect">
            <a:avLst/>
          </a:prstGeom>
        </p:spPr>
      </p:pic>
      <p:pic>
        <p:nvPicPr>
          <p:cNvPr id="19" name="Picture 18" descr="A screenshot of a phone&#10;&#10;Description automatically generated">
            <a:extLst>
              <a:ext uri="{FF2B5EF4-FFF2-40B4-BE49-F238E27FC236}">
                <a16:creationId xmlns:a16="http://schemas.microsoft.com/office/drawing/2014/main" id="{8097A405-9922-52F8-3E8D-46BD74C19F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4909" y="641965"/>
            <a:ext cx="2155488" cy="2744171"/>
          </a:xfrm>
          <a:prstGeom prst="rect">
            <a:avLst/>
          </a:prstGeom>
        </p:spPr>
      </p:pic>
      <p:pic>
        <p:nvPicPr>
          <p:cNvPr id="22" name="Picture 21" descr="A screenshot of a card&#10;&#10;Description automatically generated">
            <a:extLst>
              <a:ext uri="{FF2B5EF4-FFF2-40B4-BE49-F238E27FC236}">
                <a16:creationId xmlns:a16="http://schemas.microsoft.com/office/drawing/2014/main" id="{26D6F891-BA32-C9B0-A282-C4A5425CE0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729" y="4068507"/>
            <a:ext cx="2975192" cy="176714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2168C68-3CB9-3405-66A0-1F0EAFAE41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4927" y="6279013"/>
            <a:ext cx="2966770" cy="75978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0C4F4A5-3BF2-DA76-6C26-2D68C6F292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60030" y="4110383"/>
            <a:ext cx="3428140" cy="171406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816E41A-E8A7-339D-61E2-479C86B532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18810" y="6291010"/>
            <a:ext cx="2648514" cy="74778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158769D-7E12-89DA-5215-BC97B0F974D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023245" y="6275755"/>
            <a:ext cx="3033133" cy="8071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47015C8-8297-EC66-79BD-041E53EB2DA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568978" y="4110863"/>
            <a:ext cx="2975192" cy="172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5418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 flipV="1">
            <a:off x="6741604" y="9946956"/>
            <a:ext cx="10146855" cy="45719"/>
          </a:xfrm>
          <a:custGeom>
            <a:avLst/>
            <a:gdLst/>
            <a:ahLst/>
            <a:cxnLst/>
            <a:rect l="l" t="t" r="r" b="b"/>
            <a:pathLst>
              <a:path w="7738109" h="20320">
                <a:moveTo>
                  <a:pt x="7737830" y="1435"/>
                </a:moveTo>
                <a:lnTo>
                  <a:pt x="0" y="0"/>
                </a:lnTo>
                <a:lnTo>
                  <a:pt x="0" y="18719"/>
                </a:lnTo>
                <a:lnTo>
                  <a:pt x="7737830" y="20154"/>
                </a:lnTo>
                <a:lnTo>
                  <a:pt x="7737830" y="1435"/>
                </a:lnTo>
                <a:close/>
              </a:path>
            </a:pathLst>
          </a:custGeom>
          <a:solidFill>
            <a:srgbClr val="F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0FC4B4-A786-492D-96DE-F4F59F3E8E8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21D1F2C3-09B4-4A6B-B0F1-5CFFF2D510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4257" y="882650"/>
            <a:ext cx="5914293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dirty="0"/>
              <a:t>Leaderboard</a:t>
            </a:r>
            <a:endParaRPr sz="4000" dirty="0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1D8B0B05-C532-4431-97DB-F33746B805F9}"/>
              </a:ext>
            </a:extLst>
          </p:cNvPr>
          <p:cNvSpPr txBox="1">
            <a:spLocks/>
          </p:cNvSpPr>
          <p:nvPr/>
        </p:nvSpPr>
        <p:spPr>
          <a:xfrm>
            <a:off x="264257" y="1797050"/>
            <a:ext cx="5685693" cy="3731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000" b="0" i="0">
                <a:solidFill>
                  <a:srgbClr val="FBEBEB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 algn="just">
              <a:spcBef>
                <a:spcPts val="95"/>
              </a:spcBef>
            </a:pPr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Case:</a:t>
            </a:r>
            <a:r>
              <a:rPr lang="en-US" sz="3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view the leaderboard to see the top performers in the app.</a:t>
            </a:r>
          </a:p>
          <a:p>
            <a:pPr marL="12700" algn="just">
              <a:spcBef>
                <a:spcPts val="95"/>
              </a:spcBef>
            </a:pPr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Flow:</a:t>
            </a:r>
          </a:p>
          <a:p>
            <a:pPr marL="12700" algn="just">
              <a:spcBef>
                <a:spcPts val="95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leaderboard displays the top users based on their levels and achievements. The leaderboard updates in real-time as users progress in the app.</a:t>
            </a:r>
            <a:endParaRPr lang="en-US" sz="28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7E1BAF-61E5-2FC7-F9A9-CDD337280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9027" y="403752"/>
            <a:ext cx="2131694" cy="86776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A571D0-42DE-987A-5F9C-E3CE491FD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3024" y="730250"/>
            <a:ext cx="4699722" cy="807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250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 flipV="1">
            <a:off x="6741604" y="9946956"/>
            <a:ext cx="10146855" cy="45719"/>
          </a:xfrm>
          <a:custGeom>
            <a:avLst/>
            <a:gdLst/>
            <a:ahLst/>
            <a:cxnLst/>
            <a:rect l="l" t="t" r="r" b="b"/>
            <a:pathLst>
              <a:path w="7738109" h="20320">
                <a:moveTo>
                  <a:pt x="7737830" y="1435"/>
                </a:moveTo>
                <a:lnTo>
                  <a:pt x="0" y="0"/>
                </a:lnTo>
                <a:lnTo>
                  <a:pt x="0" y="18719"/>
                </a:lnTo>
                <a:lnTo>
                  <a:pt x="7737830" y="20154"/>
                </a:lnTo>
                <a:lnTo>
                  <a:pt x="7737830" y="1435"/>
                </a:lnTo>
                <a:close/>
              </a:path>
            </a:pathLst>
          </a:custGeom>
          <a:solidFill>
            <a:srgbClr val="F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0FC4B4-A786-492D-96DE-F4F59F3E8E8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21D1F2C3-09B4-4A6B-B0F1-5CFFF2D510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4257" y="882650"/>
            <a:ext cx="5914293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dirty="0"/>
              <a:t>Logout</a:t>
            </a:r>
            <a:endParaRPr sz="4000" dirty="0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1D8B0B05-C532-4431-97DB-F33746B805F9}"/>
              </a:ext>
            </a:extLst>
          </p:cNvPr>
          <p:cNvSpPr txBox="1">
            <a:spLocks/>
          </p:cNvSpPr>
          <p:nvPr/>
        </p:nvSpPr>
        <p:spPr>
          <a:xfrm>
            <a:off x="264257" y="1797050"/>
            <a:ext cx="5685693" cy="44826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000" b="0" i="0">
                <a:solidFill>
                  <a:srgbClr val="FBEBEB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 algn="just">
              <a:spcBef>
                <a:spcPts val="95"/>
              </a:spcBef>
            </a:pPr>
            <a:r>
              <a:rPr 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Case:</a:t>
            </a: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logout from the app through this icon.</a:t>
            </a:r>
          </a:p>
          <a:p>
            <a:pPr marL="12700" algn="just">
              <a:spcBef>
                <a:spcPts val="95"/>
              </a:spcBef>
            </a:pPr>
            <a:r>
              <a:rPr 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Flow:</a:t>
            </a:r>
          </a:p>
          <a:p>
            <a:pPr marL="527050" indent="-514350" algn="just">
              <a:spcBef>
                <a:spcPts val="95"/>
              </a:spcBef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clicks on the logout icon</a:t>
            </a:r>
          </a:p>
          <a:p>
            <a:pPr marL="527050" indent="-514350" algn="just">
              <a:spcBef>
                <a:spcPts val="95"/>
              </a:spcBef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logged out of the system and redirected to login screen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7E1BAF-61E5-2FC7-F9A9-CDD337280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9027" y="403752"/>
            <a:ext cx="2131694" cy="86776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EAEA7D-CD9D-2BB0-CE65-E5547B654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2608" y="501650"/>
            <a:ext cx="4092942" cy="864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9556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 flipV="1">
            <a:off x="6741604" y="9946956"/>
            <a:ext cx="10146855" cy="45719"/>
          </a:xfrm>
          <a:custGeom>
            <a:avLst/>
            <a:gdLst/>
            <a:ahLst/>
            <a:cxnLst/>
            <a:rect l="l" t="t" r="r" b="b"/>
            <a:pathLst>
              <a:path w="7738109" h="20320">
                <a:moveTo>
                  <a:pt x="7737830" y="1435"/>
                </a:moveTo>
                <a:lnTo>
                  <a:pt x="0" y="0"/>
                </a:lnTo>
                <a:lnTo>
                  <a:pt x="0" y="18719"/>
                </a:lnTo>
                <a:lnTo>
                  <a:pt x="7737830" y="20154"/>
                </a:lnTo>
                <a:lnTo>
                  <a:pt x="7737830" y="1435"/>
                </a:lnTo>
                <a:close/>
              </a:path>
            </a:pathLst>
          </a:custGeom>
          <a:solidFill>
            <a:srgbClr val="F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0FC4B4-A786-492D-96DE-F4F59F3E8E8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  <p:sp>
        <p:nvSpPr>
          <p:cNvPr id="17" name="object 4">
            <a:extLst>
              <a:ext uri="{FF2B5EF4-FFF2-40B4-BE49-F238E27FC236}">
                <a16:creationId xmlns:a16="http://schemas.microsoft.com/office/drawing/2014/main" id="{8BA58876-40D9-45A8-909B-B1A8F2520F3F}"/>
              </a:ext>
            </a:extLst>
          </p:cNvPr>
          <p:cNvSpPr txBox="1"/>
          <p:nvPr/>
        </p:nvSpPr>
        <p:spPr>
          <a:xfrm>
            <a:off x="-1212850" y="1644650"/>
            <a:ext cx="10082593" cy="2784737"/>
          </a:xfrm>
          <a:prstGeom prst="rect">
            <a:avLst/>
          </a:prstGeom>
        </p:spPr>
        <p:txBody>
          <a:bodyPr vert="horz" wrap="square" lIns="0" tIns="187325" rIns="0" bIns="0" rtlCol="0">
            <a:spAutoFit/>
          </a:bodyPr>
          <a:lstStyle/>
          <a:p>
            <a:pPr marL="12700" marR="5080" algn="ctr">
              <a:lnSpc>
                <a:spcPct val="80900"/>
              </a:lnSpc>
              <a:spcBef>
                <a:spcPts val="1475"/>
              </a:spcBef>
            </a:pPr>
            <a:r>
              <a:rPr lang="en-US" sz="9600" spc="-215" dirty="0">
                <a:solidFill>
                  <a:srgbClr val="FBEBEB"/>
                </a:solidFill>
                <a:latin typeface="Script MT Bold" panose="03040602040607080904" pitchFamily="66" charset="0"/>
                <a:cs typeface="Verdana"/>
              </a:rPr>
              <a:t>Backend</a:t>
            </a:r>
          </a:p>
          <a:p>
            <a:pPr marL="12700" marR="5080" algn="ctr">
              <a:lnSpc>
                <a:spcPct val="80900"/>
              </a:lnSpc>
              <a:spcBef>
                <a:spcPts val="1475"/>
              </a:spcBef>
            </a:pPr>
            <a:r>
              <a:rPr lang="en-US" sz="9600" spc="-215" dirty="0">
                <a:solidFill>
                  <a:srgbClr val="FBEBEB"/>
                </a:solidFill>
                <a:latin typeface="Script MT Bold" panose="03040602040607080904" pitchFamily="66" charset="0"/>
                <a:cs typeface="Verdana"/>
              </a:rPr>
              <a:t>Overview</a:t>
            </a:r>
            <a:endParaRPr sz="9600" dirty="0">
              <a:latin typeface="Script MT Bold" panose="03040602040607080904" pitchFamily="66" charset="0"/>
              <a:cs typeface="Verdana"/>
            </a:endParaRP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407D1462-4E54-04AA-5C75-A65F7D4825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5950" y="255719"/>
            <a:ext cx="8153400" cy="4191734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C597C427-9D3E-7C22-2DE1-6974A8E9D2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5950" y="4759172"/>
            <a:ext cx="8652509" cy="481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687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BEBEB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994</TotalTime>
  <Words>668</Words>
  <Application>Microsoft Office PowerPoint</Application>
  <PresentationFormat>Custom</PresentationFormat>
  <Paragraphs>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Script MT Bold</vt:lpstr>
      <vt:lpstr>Times New Roman</vt:lpstr>
      <vt:lpstr>Verdana</vt:lpstr>
      <vt:lpstr>Office Theme</vt:lpstr>
      <vt:lpstr>Registration Screen</vt:lpstr>
      <vt:lpstr>Email Verification</vt:lpstr>
      <vt:lpstr>Login Screen</vt:lpstr>
      <vt:lpstr>Forgot Password Screen</vt:lpstr>
      <vt:lpstr>Profile Screen</vt:lpstr>
      <vt:lpstr>Theme and Store</vt:lpstr>
      <vt:lpstr>Rewards</vt:lpstr>
      <vt:lpstr>Leaderboard</vt:lpstr>
      <vt:lpstr>Logout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Plabon Sarkar</dc:creator>
  <cp:lastModifiedBy>Plabon Sarkar</cp:lastModifiedBy>
  <cp:revision>49</cp:revision>
  <dcterms:created xsi:type="dcterms:W3CDTF">2024-11-18T20:25:54Z</dcterms:created>
  <dcterms:modified xsi:type="dcterms:W3CDTF">2024-11-25T20:31:49Z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2024-11-18T00:00:00Z</vt:filetime>
  </property>
  <property fmtid="{D5CDD505-2E9C-101B-9397-08002B2CF9AE}" pid="3" name="Creator">
    <vt:lpwstr>Chromium</vt:lpwstr>
  </property>
  <property fmtid="{D5CDD505-2E9C-101B-9397-08002B2CF9AE}" pid="4" name="LastSaved">
    <vt:filetime>2024-11-18T00:00:00Z</vt:filetime>
  </property>
  <property fmtid="{D5CDD505-2E9C-101B-9397-08002B2CF9AE}" pid="5" name="Producer">
    <vt:lpwstr>GPL Ghostscript 10.04.0</vt:lpwstr>
  </property>
</Properties>
</file>